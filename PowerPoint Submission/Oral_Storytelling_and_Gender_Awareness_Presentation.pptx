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Oral Storytelling in African Culture &amp; Gender Awareness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Brenda Kanani</a:t>
            </a:r>
          </a:p>
          <a:p>
            <a:r>
              <a:t>IGS Capstone Essay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is rich and diverse.</a:t>
            </a:r>
          </a:p>
          <a:p>
            <a:r>
              <a:t>Oral storytelling is a powerful tradition for passing on knowledge, identity, and values.</a:t>
            </a:r>
          </a:p>
          <a:p>
            <a:r>
              <a:t>This essay also explores the importance of gender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Oral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Storytelling transmits history, morals, and wisdom.</a:t>
            </a:r>
          </a:p>
          <a:p>
            <a:r>
              <a:t>It's interactive and communal—used to teach, unite, and preserve identity.</a:t>
            </a:r>
          </a:p>
          <a:p>
            <a:r>
              <a:t>It plays a major role in maintaining indigenous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to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entertainment and formal education have reduced traditional storytelling.</a:t>
            </a:r>
          </a:p>
          <a:p>
            <a:r>
              <a:t>Risk of cultural amnesia.</a:t>
            </a:r>
          </a:p>
          <a:p>
            <a:r>
              <a:t>Technology offers a solution—e.g., apps and AI assistants can preserve oral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in Traditional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Historically, women were often underrepresented or portrayed with bias in stories.</a:t>
            </a:r>
          </a:p>
          <a:p>
            <a:r>
              <a:t>Patriarchal norms limited women’s roles.</a:t>
            </a:r>
          </a:p>
          <a:p>
            <a:r>
              <a:t>Yet some cultures honored queens, priestesses, and wise women.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Gender Awareness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Gender equity promotes fairness in society</a:t>
            </a:r>
          </a:p>
          <a:p>
            <a:r>
              <a:t>- Inclusion leads to better innovation</a:t>
            </a:r>
          </a:p>
          <a:p>
            <a:r>
              <a:t>- Balanced narratives empower the next generation</a:t>
            </a:r>
          </a:p>
          <a:p>
            <a:r>
              <a:t>Culture must evolve with values of justice and inclusion.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storytelling is vital to African identity.</a:t>
            </a:r>
          </a:p>
          <a:p>
            <a:r>
              <a:t>We must preserve it using modern tools and inclusive values.</a:t>
            </a:r>
          </a:p>
          <a:p>
            <a:r>
              <a:t>Gender awareness is key to ensuring culture uplifts all voices and evolves responsibly.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