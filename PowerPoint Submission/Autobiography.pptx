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Autobiography: Brenda Kanani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Reflection of Identity, Culture &amp;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I’m Brenda Kanani, a Computer Science student from Kenya. This autobiography explores my personal, academic, and cultural journey—including my passion for preserving the Kikuyu language through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Raised in a Kikuyu-speaking home, I learned early the values of resilience, curiosity, and pride in my culture.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Njonjo Girls’ High School, I discovered Computer Studies and was inspired by my teacher. This led me to pursue Computer Science at university, where I developed the Kikuyu AI Assistant idea.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Financial, emotional, and academic challenges tested me, but they also helped me grow into a more focused and resilient woman.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Passion and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is my way to build meaningful, inclusive solutions. I want to use tech to empower African communities—especially through storytelling and cultural preservation.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Vision for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aspire to become a software developer and UI/UX designer, using tech to preserve languages and empower others—especially girls in tech.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Reflections on the IGS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IGS helped me reflect deeply and realize the power of my story. I now see how my roots and my goals can shape meaningful innovation.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journey reminded me that I am enough, I am capable, and I am ready to lead, build, and give back through my identity and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