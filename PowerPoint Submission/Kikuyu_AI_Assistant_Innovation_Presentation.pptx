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Kikuyu AI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By Brenda Kanani</a:t>
            </a:r>
          </a:p>
          <a:p>
            <a:r>
              <a:t>IGS Capstone Project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Many indigenous African languages like Kikuyu are underrepresented in digital platforms.</a:t>
            </a:r>
          </a:p>
          <a:p>
            <a:r>
              <a:t>This leads to language erosion and lack of access to modern tech for native speakers.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Inspiration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My love for the Kikuyu language and my desire to preserve it through technology inspired this innovation.</a:t>
            </a:r>
          </a:p>
          <a:p>
            <a:r>
              <a:t>My background in Computer Science and UI/UX design fueled the technical vision.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the Kikuyu AI Assistant?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voice-based and/or text-based digital assistant designed to understand and communicate in the Kikuyu language.</a:t>
            </a:r>
          </a:p>
          <a:p>
            <a:r>
              <a:t>It can be used for translation, education, and daily conversational support.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Kikuyu-to-English translation</a:t>
            </a:r>
          </a:p>
          <a:p>
            <a:r>
              <a:t>- Pronunciation guidance</a:t>
            </a:r>
          </a:p>
          <a:p>
            <a:r>
              <a:t>- Voice interaction</a:t>
            </a:r>
          </a:p>
          <a:p>
            <a:r>
              <a:t>- Culturally relevant responses</a:t>
            </a:r>
          </a:p>
          <a:p>
            <a:r>
              <a:t>- Potential integration with phones or websites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Kikuyu-speaking students</a:t>
            </a:r>
          </a:p>
          <a:p>
            <a:r>
              <a:t>- Language learners</a:t>
            </a:r>
          </a:p>
          <a:p>
            <a:r>
              <a:t>- Elders and community members</a:t>
            </a:r>
          </a:p>
          <a:p>
            <a:r>
              <a:t>- Educational institutions</a:t>
            </a:r>
          </a:p>
          <a:p>
            <a:r>
              <a:t>- Cultural preservationists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Natural Language Processing (NLP)</a:t>
            </a:r>
          </a:p>
          <a:p>
            <a:r>
              <a:t>- Speech Recognition APIs</a:t>
            </a:r>
          </a:p>
          <a:p>
            <a:r>
              <a:t>- Python for logic</a:t>
            </a:r>
          </a:p>
          <a:p>
            <a:r>
              <a:t>- HTML/CSS/JS for web interface</a:t>
            </a:r>
          </a:p>
          <a:p>
            <a:r>
              <a:t>- GitHub for deployment and version control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Preserve the Kikuyu language in digital spaces</a:t>
            </a:r>
          </a:p>
          <a:p>
            <a:r>
              <a:t>• Promote cultural pride</a:t>
            </a:r>
          </a:p>
          <a:p>
            <a:r>
              <a:t>• Increase access to AI tools in rural communities</a:t>
            </a:r>
          </a:p>
          <a:p>
            <a:r>
              <a:t>• Empower youth through culturally-rooted tech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Expand to other African languages</a:t>
            </a:r>
          </a:p>
          <a:p>
            <a:r>
              <a:t>Collaborate with local educators</a:t>
            </a:r>
          </a:p>
          <a:p>
            <a:r>
              <a:t>Build mobile versions</a:t>
            </a:r>
          </a:p>
          <a:p>
            <a:r>
              <a:t>Open-source the code for community contribution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Kikuyu AI Assistant is more than a project—it’s a mission to blend tradition with innovation and make our voices heard in the tech world.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